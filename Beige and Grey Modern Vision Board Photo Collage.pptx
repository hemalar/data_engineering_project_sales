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200900" cy="10795000"/>
  <p:notesSz cx="6858000" cy="9144000"/>
  <p:embeddedFontLst>
    <p:embeddedFont>
      <p:font typeface="Canva Sans" charset="1" panose="020B0503030501040103"/>
      <p:regular r:id="rId7"/>
    </p:embeddedFont>
    <p:embeddedFont>
      <p:font typeface="Cinzel" charset="1" panose="00000500000000000000"/>
      <p:regular r:id="rId8"/>
    </p:embeddedFont>
    <p:embeddedFont>
      <p:font typeface="Montserrat" charset="1" panose="00000500000000000000"/>
      <p:regular r:id="rId9"/>
    </p:embeddedFont>
    <p:embeddedFont>
      <p:font typeface="Montserrat Italics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jpeg" Type="http://schemas.openxmlformats.org/officeDocument/2006/relationships/image"/><Relationship Id="rId9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83454" y="-30389"/>
            <a:ext cx="2500608" cy="3687775"/>
            <a:chOff x="0" y="0"/>
            <a:chExt cx="553512" cy="816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3512" cy="816292"/>
            </a:xfrm>
            <a:custGeom>
              <a:avLst/>
              <a:gdLst/>
              <a:ahLst/>
              <a:cxnLst/>
              <a:rect r="r" b="b" t="t" l="l"/>
              <a:pathLst>
                <a:path h="816292" w="553512">
                  <a:moveTo>
                    <a:pt x="0" y="0"/>
                  </a:moveTo>
                  <a:lnTo>
                    <a:pt x="553512" y="0"/>
                  </a:lnTo>
                  <a:lnTo>
                    <a:pt x="553512" y="816292"/>
                  </a:lnTo>
                  <a:lnTo>
                    <a:pt x="0" y="816292"/>
                  </a:lnTo>
                  <a:close/>
                </a:path>
              </a:pathLst>
            </a:custGeom>
            <a:blipFill>
              <a:blip r:embed="rId2"/>
              <a:stretch>
                <a:fillRect l="-597" t="-35339" r="-4909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9639" y="-30389"/>
            <a:ext cx="2433093" cy="3687775"/>
            <a:chOff x="0" y="0"/>
            <a:chExt cx="538567" cy="816292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538567" cy="816292"/>
            </a:xfrm>
            <a:custGeom>
              <a:avLst/>
              <a:gdLst/>
              <a:ahLst/>
              <a:cxnLst/>
              <a:rect r="r" b="b" t="t" l="l"/>
              <a:pathLst>
                <a:path h="816292" w="538567">
                  <a:moveTo>
                    <a:pt x="538567" y="0"/>
                  </a:moveTo>
                  <a:lnTo>
                    <a:pt x="0" y="0"/>
                  </a:lnTo>
                  <a:lnTo>
                    <a:pt x="0" y="816292"/>
                  </a:lnTo>
                  <a:lnTo>
                    <a:pt x="538567" y="816292"/>
                  </a:lnTo>
                  <a:close/>
                </a:path>
              </a:pathLst>
            </a:custGeom>
            <a:blipFill>
              <a:blip r:embed="rId3"/>
              <a:stretch>
                <a:fillRect l="-10945" t="0" r="-932" b="-359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16546" y="-30389"/>
            <a:ext cx="2433093" cy="3687775"/>
            <a:chOff x="0" y="0"/>
            <a:chExt cx="538567" cy="8162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567" cy="816292"/>
            </a:xfrm>
            <a:custGeom>
              <a:avLst/>
              <a:gdLst/>
              <a:ahLst/>
              <a:cxnLst/>
              <a:rect r="r" b="b" t="t" l="l"/>
              <a:pathLst>
                <a:path h="816292" w="538567">
                  <a:moveTo>
                    <a:pt x="0" y="0"/>
                  </a:moveTo>
                  <a:lnTo>
                    <a:pt x="538567" y="0"/>
                  </a:lnTo>
                  <a:lnTo>
                    <a:pt x="538567" y="816292"/>
                  </a:lnTo>
                  <a:lnTo>
                    <a:pt x="0" y="816292"/>
                  </a:lnTo>
                  <a:close/>
                </a:path>
              </a:pathLst>
            </a:custGeom>
            <a:blipFill>
              <a:blip r:embed="rId4"/>
              <a:stretch>
                <a:fillRect l="-18240" t="-7550" r="-2998" b="-125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383454" y="3589870"/>
            <a:ext cx="2500608" cy="3658632"/>
            <a:chOff x="0" y="0"/>
            <a:chExt cx="553512" cy="8098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3512" cy="809841"/>
            </a:xfrm>
            <a:custGeom>
              <a:avLst/>
              <a:gdLst/>
              <a:ahLst/>
              <a:cxnLst/>
              <a:rect r="r" b="b" t="t" l="l"/>
              <a:pathLst>
                <a:path h="809841" w="553512">
                  <a:moveTo>
                    <a:pt x="0" y="0"/>
                  </a:moveTo>
                  <a:lnTo>
                    <a:pt x="553512" y="0"/>
                  </a:lnTo>
                  <a:lnTo>
                    <a:pt x="553512" y="809841"/>
                  </a:lnTo>
                  <a:lnTo>
                    <a:pt x="0" y="809841"/>
                  </a:lnTo>
                  <a:close/>
                </a:path>
              </a:pathLst>
            </a:custGeom>
            <a:blipFill>
              <a:blip r:embed="rId5"/>
              <a:stretch>
                <a:fillRect l="-34063" t="0" r="-1224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3589870"/>
            <a:ext cx="2383454" cy="3683346"/>
            <a:chOff x="0" y="0"/>
            <a:chExt cx="527579" cy="815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7579" cy="815311"/>
            </a:xfrm>
            <a:custGeom>
              <a:avLst/>
              <a:gdLst/>
              <a:ahLst/>
              <a:cxnLst/>
              <a:rect r="r" b="b" t="t" l="l"/>
              <a:pathLst>
                <a:path h="815311" w="527579">
                  <a:moveTo>
                    <a:pt x="0" y="0"/>
                  </a:moveTo>
                  <a:lnTo>
                    <a:pt x="527579" y="0"/>
                  </a:lnTo>
                  <a:lnTo>
                    <a:pt x="527579" y="815311"/>
                  </a:lnTo>
                  <a:lnTo>
                    <a:pt x="0" y="815311"/>
                  </a:lnTo>
                  <a:close/>
                </a:path>
              </a:pathLst>
            </a:custGeom>
            <a:blipFill>
              <a:blip r:embed="rId6"/>
              <a:stretch>
                <a:fillRect l="-27269" t="0" r="-2726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816546" y="3589870"/>
            <a:ext cx="2433093" cy="3620259"/>
            <a:chOff x="0" y="0"/>
            <a:chExt cx="538567" cy="801347"/>
          </a:xfrm>
        </p:grpSpPr>
        <p:sp>
          <p:nvSpPr>
            <p:cNvPr name="Freeform 13" id="13"/>
            <p:cNvSpPr/>
            <p:nvPr/>
          </p:nvSpPr>
          <p:spPr>
            <a:xfrm flipH="true" flipV="false" rot="0">
              <a:off x="0" y="0"/>
              <a:ext cx="538567" cy="801347"/>
            </a:xfrm>
            <a:custGeom>
              <a:avLst/>
              <a:gdLst/>
              <a:ahLst/>
              <a:cxnLst/>
              <a:rect r="r" b="b" t="t" l="l"/>
              <a:pathLst>
                <a:path h="801347" w="538567">
                  <a:moveTo>
                    <a:pt x="538567" y="0"/>
                  </a:moveTo>
                  <a:lnTo>
                    <a:pt x="0" y="0"/>
                  </a:lnTo>
                  <a:lnTo>
                    <a:pt x="0" y="801347"/>
                  </a:lnTo>
                  <a:lnTo>
                    <a:pt x="538567" y="801347"/>
                  </a:lnTo>
                  <a:close/>
                </a:path>
              </a:pathLst>
            </a:custGeom>
            <a:blipFill>
              <a:blip r:embed="rId7"/>
              <a:stretch>
                <a:fillRect l="0" t="-437" r="0" b="-43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83454" y="7210130"/>
            <a:ext cx="2500608" cy="3620259"/>
            <a:chOff x="0" y="0"/>
            <a:chExt cx="553512" cy="801347"/>
          </a:xfrm>
        </p:grpSpPr>
        <p:sp>
          <p:nvSpPr>
            <p:cNvPr name="Freeform 15" id="15"/>
            <p:cNvSpPr/>
            <p:nvPr/>
          </p:nvSpPr>
          <p:spPr>
            <a:xfrm flipH="true" flipV="false" rot="0">
              <a:off x="0" y="0"/>
              <a:ext cx="553512" cy="801347"/>
            </a:xfrm>
            <a:custGeom>
              <a:avLst/>
              <a:gdLst/>
              <a:ahLst/>
              <a:cxnLst/>
              <a:rect r="r" b="b" t="t" l="l"/>
              <a:pathLst>
                <a:path h="801347" w="553512">
                  <a:moveTo>
                    <a:pt x="553512" y="0"/>
                  </a:moveTo>
                  <a:lnTo>
                    <a:pt x="0" y="0"/>
                  </a:lnTo>
                  <a:lnTo>
                    <a:pt x="0" y="801347"/>
                  </a:lnTo>
                  <a:lnTo>
                    <a:pt x="553512" y="801347"/>
                  </a:lnTo>
                  <a:close/>
                </a:path>
              </a:pathLst>
            </a:custGeom>
            <a:blipFill>
              <a:blip r:embed="rId8"/>
              <a:stretch>
                <a:fillRect l="-67179" t="0" r="-49785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49639" y="7210130"/>
            <a:ext cx="2433093" cy="3620259"/>
            <a:chOff x="0" y="0"/>
            <a:chExt cx="538567" cy="801347"/>
          </a:xfrm>
        </p:grpSpPr>
        <p:sp>
          <p:nvSpPr>
            <p:cNvPr name="Freeform 17" id="17"/>
            <p:cNvSpPr/>
            <p:nvPr/>
          </p:nvSpPr>
          <p:spPr>
            <a:xfrm flipH="true" flipV="false" rot="0">
              <a:off x="0" y="0"/>
              <a:ext cx="538567" cy="801347"/>
            </a:xfrm>
            <a:custGeom>
              <a:avLst/>
              <a:gdLst/>
              <a:ahLst/>
              <a:cxnLst/>
              <a:rect r="r" b="b" t="t" l="l"/>
              <a:pathLst>
                <a:path h="801347" w="538567">
                  <a:moveTo>
                    <a:pt x="538567" y="0"/>
                  </a:moveTo>
                  <a:lnTo>
                    <a:pt x="0" y="0"/>
                  </a:lnTo>
                  <a:lnTo>
                    <a:pt x="0" y="801347"/>
                  </a:lnTo>
                  <a:lnTo>
                    <a:pt x="538567" y="801347"/>
                  </a:lnTo>
                  <a:close/>
                </a:path>
              </a:pathLst>
            </a:custGeom>
            <a:blipFill>
              <a:blip r:embed="rId9"/>
              <a:stretch>
                <a:fillRect l="-16624" t="-16861" r="-11292" b="-1197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816546" y="7210130"/>
            <a:ext cx="2433093" cy="3620259"/>
            <a:chOff x="0" y="0"/>
            <a:chExt cx="538567" cy="8013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8567" cy="801347"/>
            </a:xfrm>
            <a:custGeom>
              <a:avLst/>
              <a:gdLst/>
              <a:ahLst/>
              <a:cxnLst/>
              <a:rect r="r" b="b" t="t" l="l"/>
              <a:pathLst>
                <a:path h="801347" w="538567">
                  <a:moveTo>
                    <a:pt x="0" y="0"/>
                  </a:moveTo>
                  <a:lnTo>
                    <a:pt x="538567" y="0"/>
                  </a:lnTo>
                  <a:lnTo>
                    <a:pt x="538567" y="801347"/>
                  </a:lnTo>
                  <a:lnTo>
                    <a:pt x="0" y="801347"/>
                  </a:lnTo>
                  <a:close/>
                </a:path>
              </a:pathLst>
            </a:custGeom>
            <a:blipFill>
              <a:blip r:embed="rId10"/>
              <a:stretch>
                <a:fillRect l="-24396" t="0" r="-24396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7963" y="687657"/>
            <a:ext cx="1663466" cy="504130"/>
            <a:chOff x="0" y="0"/>
            <a:chExt cx="625956" cy="1897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5956" cy="189702"/>
            </a:xfrm>
            <a:custGeom>
              <a:avLst/>
              <a:gdLst/>
              <a:ahLst/>
              <a:cxnLst/>
              <a:rect r="r" b="b" t="t" l="l"/>
              <a:pathLst>
                <a:path h="189702" w="625956">
                  <a:moveTo>
                    <a:pt x="0" y="0"/>
                  </a:moveTo>
                  <a:lnTo>
                    <a:pt x="625956" y="0"/>
                  </a:lnTo>
                  <a:lnTo>
                    <a:pt x="625956" y="189702"/>
                  </a:lnTo>
                  <a:lnTo>
                    <a:pt x="0" y="189702"/>
                  </a:lnTo>
                  <a:close/>
                </a:path>
              </a:pathLst>
            </a:custGeom>
            <a:solidFill>
              <a:srgbClr val="F4EDE7">
                <a:alpha val="8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25956" cy="21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67270" y="324186"/>
            <a:ext cx="1663466" cy="504130"/>
            <a:chOff x="0" y="0"/>
            <a:chExt cx="625956" cy="1897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5956" cy="189702"/>
            </a:xfrm>
            <a:custGeom>
              <a:avLst/>
              <a:gdLst/>
              <a:ahLst/>
              <a:cxnLst/>
              <a:rect r="r" b="b" t="t" l="l"/>
              <a:pathLst>
                <a:path h="189702" w="625956">
                  <a:moveTo>
                    <a:pt x="0" y="0"/>
                  </a:moveTo>
                  <a:lnTo>
                    <a:pt x="625956" y="0"/>
                  </a:lnTo>
                  <a:lnTo>
                    <a:pt x="625956" y="189702"/>
                  </a:lnTo>
                  <a:lnTo>
                    <a:pt x="0" y="189702"/>
                  </a:lnTo>
                  <a:close/>
                </a:path>
              </a:pathLst>
            </a:custGeom>
            <a:solidFill>
              <a:srgbClr val="F4EDE7">
                <a:alpha val="8000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25956" cy="21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175029" y="3850313"/>
            <a:ext cx="2160000" cy="504130"/>
            <a:chOff x="0" y="0"/>
            <a:chExt cx="812800" cy="1897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189702"/>
            </a:xfrm>
            <a:custGeom>
              <a:avLst/>
              <a:gdLst/>
              <a:ahLst/>
              <a:cxnLst/>
              <a:rect r="r" b="b" t="t" l="l"/>
              <a:pathLst>
                <a:path h="18970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9702"/>
                  </a:lnTo>
                  <a:lnTo>
                    <a:pt x="0" y="189702"/>
                  </a:lnTo>
                  <a:close/>
                </a:path>
              </a:pathLst>
            </a:custGeom>
            <a:solidFill>
              <a:srgbClr val="F4EDE7">
                <a:alpha val="8000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812800" cy="21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216912" y="2742841"/>
            <a:ext cx="1958118" cy="504130"/>
            <a:chOff x="0" y="0"/>
            <a:chExt cx="736832" cy="1897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6832" cy="189702"/>
            </a:xfrm>
            <a:custGeom>
              <a:avLst/>
              <a:gdLst/>
              <a:ahLst/>
              <a:cxnLst/>
              <a:rect r="r" b="b" t="t" l="l"/>
              <a:pathLst>
                <a:path h="189702" w="736832">
                  <a:moveTo>
                    <a:pt x="0" y="0"/>
                  </a:moveTo>
                  <a:lnTo>
                    <a:pt x="736832" y="0"/>
                  </a:lnTo>
                  <a:lnTo>
                    <a:pt x="736832" y="189702"/>
                  </a:lnTo>
                  <a:lnTo>
                    <a:pt x="0" y="189702"/>
                  </a:lnTo>
                  <a:close/>
                </a:path>
              </a:pathLst>
            </a:custGeom>
            <a:solidFill>
              <a:srgbClr val="F4EDE7">
                <a:alpha val="8000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736832" cy="21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6907" y="6476976"/>
            <a:ext cx="1791908" cy="504130"/>
            <a:chOff x="0" y="0"/>
            <a:chExt cx="674288" cy="1897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4288" cy="189702"/>
            </a:xfrm>
            <a:custGeom>
              <a:avLst/>
              <a:gdLst/>
              <a:ahLst/>
              <a:cxnLst/>
              <a:rect r="r" b="b" t="t" l="l"/>
              <a:pathLst>
                <a:path h="189702" w="674288">
                  <a:moveTo>
                    <a:pt x="0" y="0"/>
                  </a:moveTo>
                  <a:lnTo>
                    <a:pt x="674288" y="0"/>
                  </a:lnTo>
                  <a:lnTo>
                    <a:pt x="674288" y="189702"/>
                  </a:lnTo>
                  <a:lnTo>
                    <a:pt x="0" y="189702"/>
                  </a:lnTo>
                  <a:close/>
                </a:path>
              </a:pathLst>
            </a:custGeom>
            <a:solidFill>
              <a:srgbClr val="F4EDE7">
                <a:alpha val="8000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74288" cy="21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>
                      <a:alpha val="80000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KeyBoard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91429" y="10080000"/>
            <a:ext cx="2160000" cy="504130"/>
            <a:chOff x="0" y="0"/>
            <a:chExt cx="812800" cy="1897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189702"/>
            </a:xfrm>
            <a:custGeom>
              <a:avLst/>
              <a:gdLst/>
              <a:ahLst/>
              <a:cxnLst/>
              <a:rect r="r" b="b" t="t" l="l"/>
              <a:pathLst>
                <a:path h="18970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9702"/>
                  </a:lnTo>
                  <a:lnTo>
                    <a:pt x="0" y="189702"/>
                  </a:lnTo>
                  <a:close/>
                </a:path>
              </a:pathLst>
            </a:custGeom>
            <a:solidFill>
              <a:srgbClr val="F4EDE7">
                <a:alpha val="8000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812800" cy="21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724845" y="7505678"/>
            <a:ext cx="1755155" cy="504130"/>
            <a:chOff x="0" y="0"/>
            <a:chExt cx="660458" cy="1897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0458" cy="189702"/>
            </a:xfrm>
            <a:custGeom>
              <a:avLst/>
              <a:gdLst/>
              <a:ahLst/>
              <a:cxnLst/>
              <a:rect r="r" b="b" t="t" l="l"/>
              <a:pathLst>
                <a:path h="189702" w="660458">
                  <a:moveTo>
                    <a:pt x="0" y="0"/>
                  </a:moveTo>
                  <a:lnTo>
                    <a:pt x="660458" y="0"/>
                  </a:lnTo>
                  <a:lnTo>
                    <a:pt x="660458" y="189702"/>
                  </a:lnTo>
                  <a:lnTo>
                    <a:pt x="0" y="189702"/>
                  </a:lnTo>
                  <a:close/>
                </a:path>
              </a:pathLst>
            </a:custGeom>
            <a:solidFill>
              <a:srgbClr val="F4EDE7">
                <a:alpha val="8000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660458" cy="21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748142" y="9448082"/>
            <a:ext cx="1291066" cy="504130"/>
            <a:chOff x="0" y="0"/>
            <a:chExt cx="485823" cy="18970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5823" cy="189702"/>
            </a:xfrm>
            <a:custGeom>
              <a:avLst/>
              <a:gdLst/>
              <a:ahLst/>
              <a:cxnLst/>
              <a:rect r="r" b="b" t="t" l="l"/>
              <a:pathLst>
                <a:path h="189702" w="485823">
                  <a:moveTo>
                    <a:pt x="0" y="0"/>
                  </a:moveTo>
                  <a:lnTo>
                    <a:pt x="485823" y="0"/>
                  </a:lnTo>
                  <a:lnTo>
                    <a:pt x="485823" y="189702"/>
                  </a:lnTo>
                  <a:lnTo>
                    <a:pt x="0" y="189702"/>
                  </a:lnTo>
                  <a:close/>
                </a:path>
              </a:pathLst>
            </a:custGeom>
            <a:solidFill>
              <a:srgbClr val="F4EDE7">
                <a:alpha val="8000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85823" cy="218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53958" y="4882862"/>
            <a:ext cx="4092085" cy="1034275"/>
            <a:chOff x="0" y="0"/>
            <a:chExt cx="1539836" cy="38919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39836" cy="389194"/>
            </a:xfrm>
            <a:custGeom>
              <a:avLst/>
              <a:gdLst/>
              <a:ahLst/>
              <a:cxnLst/>
              <a:rect r="r" b="b" t="t" l="l"/>
              <a:pathLst>
                <a:path h="389194" w="1539836">
                  <a:moveTo>
                    <a:pt x="0" y="0"/>
                  </a:moveTo>
                  <a:lnTo>
                    <a:pt x="1539836" y="0"/>
                  </a:lnTo>
                  <a:lnTo>
                    <a:pt x="1539836" y="389194"/>
                  </a:lnTo>
                  <a:lnTo>
                    <a:pt x="0" y="389194"/>
                  </a:lnTo>
                  <a:close/>
                </a:path>
              </a:pathLst>
            </a:custGeom>
            <a:solidFill>
              <a:srgbClr val="F4EDE7">
                <a:alpha val="8000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539836" cy="417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720820" y="4997418"/>
            <a:ext cx="3925222" cy="74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5"/>
              </a:lnSpc>
              <a:spcBef>
                <a:spcPct val="0"/>
              </a:spcBef>
            </a:pPr>
            <a:r>
              <a:rPr lang="en-US" sz="428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Vision Board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83982" y="763064"/>
            <a:ext cx="799472" cy="31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5"/>
              </a:lnSpc>
              <a:spcBef>
                <a:spcPct val="0"/>
              </a:spcBef>
            </a:pPr>
            <a:r>
              <a:rPr lang="en-US" sz="183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travel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389183" y="188011"/>
            <a:ext cx="1213239" cy="35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5"/>
              </a:lnSpc>
              <a:spcBef>
                <a:spcPct val="0"/>
              </a:spcBef>
            </a:pPr>
            <a:r>
              <a:rPr lang="en-US" sz="213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my work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732794" y="2818248"/>
            <a:ext cx="1204132" cy="31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5"/>
              </a:lnSpc>
              <a:spcBef>
                <a:spcPct val="0"/>
              </a:spcBef>
            </a:pPr>
            <a:r>
              <a:rPr lang="en-US" sz="1839" i="true" strike="noStrike" u="non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my home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232283" y="3802688"/>
            <a:ext cx="1800810" cy="38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5"/>
              </a:lnSpc>
              <a:spcBef>
                <a:spcPct val="0"/>
              </a:spcBef>
            </a:pPr>
            <a:r>
              <a:rPr lang="en-US" sz="223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care self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905712" y="7581085"/>
            <a:ext cx="1574288" cy="31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5"/>
              </a:lnSpc>
              <a:spcBef>
                <a:spcPct val="0"/>
              </a:spcBef>
            </a:pPr>
            <a:r>
              <a:rPr lang="en-US" sz="18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Marathon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163544" y="9523490"/>
            <a:ext cx="508794" cy="31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5"/>
              </a:lnSpc>
              <a:spcBef>
                <a:spcPct val="0"/>
              </a:spcBef>
            </a:pPr>
            <a:r>
              <a:rPr lang="en-US" sz="1839" i="true" strike="noStrike" u="non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pets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54718" y="10129372"/>
            <a:ext cx="932204" cy="35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5"/>
              </a:lnSpc>
              <a:spcBef>
                <a:spcPct val="0"/>
              </a:spcBef>
            </a:pPr>
            <a:r>
              <a:rPr lang="en-US" sz="203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hobby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DAHEQnCEf_A</dc:identifier>
  <dcterms:modified xsi:type="dcterms:W3CDTF">2011-08-01T06:04:30Z</dcterms:modified>
  <cp:revision>1</cp:revision>
  <dc:title>Beige and Grey Modern Vision Board Photo Collage</dc:title>
</cp:coreProperties>
</file>